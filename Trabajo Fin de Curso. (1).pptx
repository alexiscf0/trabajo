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b74c0018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b74c0018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b74c0018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b74c0018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b74c0018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b74c0018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b74c0018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b74c0018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cd9c3681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cd9c3681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cd9c3681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cd9c3681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cd9c3681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cd9c3681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b74c001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b74c001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cd9c3681c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cd9c3681c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cd9c3681c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cd9c3681c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e06da97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e06da97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cd9c3681c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cd9c3681c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cfffb8b7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cfffb8b7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cfffb8b7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cfffb8b7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cfffb8b7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cfffb8b7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e091c9de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e091c9de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43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730850" y="1450625"/>
            <a:ext cx="5682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highlight>
                  <a:schemeClr val="lt1"/>
                </a:highlight>
              </a:rPr>
              <a:t>Alexis Castellón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highlight>
                  <a:schemeClr val="lt1"/>
                </a:highlight>
              </a:rPr>
              <a:t>Alejandro Torres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961800" y="482825"/>
            <a:ext cx="7522200" cy="96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chemeClr val="lt1"/>
                </a:highlight>
              </a:rPr>
              <a:t>Trabajo Fin de Curso.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400"/>
            <a:ext cx="9144000" cy="4506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2"/>
            <a:ext cx="9144001" cy="4577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2"/>
            <a:ext cx="9144000" cy="4644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88196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456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 sin refactorizar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15525"/>
            <a:ext cx="8520598" cy="311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 factorizado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325" y="1152475"/>
            <a:ext cx="8574975" cy="392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Explicación de factorización de código.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1"/>
                </a:solidFill>
              </a:rPr>
              <a:t>En el código </a:t>
            </a:r>
            <a:r>
              <a:rPr lang="es">
                <a:solidFill>
                  <a:schemeClr val="dk1"/>
                </a:solidFill>
              </a:rPr>
              <a:t>teníamos</a:t>
            </a:r>
            <a:r>
              <a:rPr lang="es">
                <a:solidFill>
                  <a:schemeClr val="dk1"/>
                </a:solidFill>
              </a:rPr>
              <a:t> abierta varias conexiones a la base de datos, lo que provocaba códigos </a:t>
            </a:r>
            <a:r>
              <a:rPr lang="es">
                <a:solidFill>
                  <a:schemeClr val="dk1"/>
                </a:solidFill>
              </a:rPr>
              <a:t>más</a:t>
            </a:r>
            <a:r>
              <a:rPr lang="es">
                <a:solidFill>
                  <a:schemeClr val="dk1"/>
                </a:solidFill>
              </a:rPr>
              <a:t> largos en todas las ventanas y una mayor </a:t>
            </a:r>
            <a:r>
              <a:rPr lang="es">
                <a:solidFill>
                  <a:schemeClr val="dk1"/>
                </a:solidFill>
              </a:rPr>
              <a:t>saturación</a:t>
            </a:r>
            <a:r>
              <a:rPr lang="es">
                <a:solidFill>
                  <a:schemeClr val="dk1"/>
                </a:solidFill>
              </a:rPr>
              <a:t> de la aplicación. Creamos una sola conexión que nos permitiera conectarnos usando solo esa línea de comando. Esto </a:t>
            </a:r>
            <a:r>
              <a:rPr lang="es">
                <a:solidFill>
                  <a:schemeClr val="dk1"/>
                </a:solidFill>
              </a:rPr>
              <a:t>provocó</a:t>
            </a:r>
            <a:r>
              <a:rPr lang="es">
                <a:solidFill>
                  <a:schemeClr val="dk1"/>
                </a:solidFill>
              </a:rPr>
              <a:t> que todos los códigos de todas las ventanas fueran refactorizados.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PRUEBAS UNITARIAS 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 title="Captura de pantalla 2025-05-26 1104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1" cy="36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800"/>
            <a:ext cx="8839204" cy="2309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2265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570709"/>
            <a:ext cx="8839204" cy="2257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2257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3600" y="2562077"/>
            <a:ext cx="4745835" cy="2429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1707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12675"/>
            <a:ext cx="8839201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8520601" cy="225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9"/>
          <p:cNvPicPr preferRelativeResize="0"/>
          <p:nvPr/>
        </p:nvPicPr>
        <p:blipFill rotWithShape="1">
          <a:blip r:embed="rId4">
            <a:alphaModFix/>
          </a:blip>
          <a:srcRect b="-39436" l="-3570" r="3569" t="-39903"/>
          <a:stretch/>
        </p:blipFill>
        <p:spPr>
          <a:xfrm>
            <a:off x="0" y="1820350"/>
            <a:ext cx="8832300" cy="401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